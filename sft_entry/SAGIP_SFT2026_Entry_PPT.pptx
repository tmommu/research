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neural network on an ESP32 chip. Barangay officials get a weekly report of the plastic collected by type and weight through an offline phone page,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patrols between two barriers, the upstream one angling hyacinth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and the belt camera wakes only for an item. Floats, bins and hardware are PVC, plastic and stainless steel for local salvage,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