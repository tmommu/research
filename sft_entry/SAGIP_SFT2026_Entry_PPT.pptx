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Solar-Powered Estero Guardian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Our device is a low-cost, solar-powered unit that lifts floating plastic out of a creek and counts each item with a tiny on-chip AI model. Barangay officials get a weekly offline report of what was removed, plus a secondary water-level alert for blockages. Built for about PHP 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among the largest sources of ocean plastic (Jambeck et al., 2015, Lebreton et al., 2017, Meijer et al., 2021), and small urban esteros feed them. Cleanups weigh bulk waste and record nothing about it. Brand audits are periodic and mostly land-based (Break Free From Plastic, 2019),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December 2026, lift at least [TARGET] kg of floating debris and capture at least [X]% of what reaches the boom. (2) By November 20, reach 85% precision and recall on unseen photos, with weekly counts within 15% of a hand audit. (3) By March 2027, publish an open dataset and build guide and help [2] more barangays or schools build a PHP 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[estero] and the barangay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count floating plastic but remove nothing (van Lieshout et al., 2020). Robotic boats collect it but need radio and an operator (HydroSentinel, 2026). Trash traps and interceptors remove it in bulk with little item-level data (Manila Bulletin, 2026, Schmaltz et al., 2020). Brand audits name companies but are manual (Break Free From Plastic, 2019).</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lifts, counts and shares open data at barangay cost. Can a PHP 6,000 on-chip counter match a hand audit within 15%, and does continuous counting show rain-driven pulses of plastic (Cordova &amp; Nurhati, 2019)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and GAIA 2019, Cordova &amp; Nurhati 2019, David et al. 2021, HydroSentinel 2026, Jacob et al. 2018, Jambeck et al. 2015, Lebreton et al. 2017, Manila Bulletin 2026, Meijer et al. 2021, RA 11898, Schmaltz et al. 2020, van Lieshout et al. 2020.</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floating boom guides plastic to a bar screen, a camera-triggered arm lifts it into a bin, and an ESP32-S3 camera counts each item on the chip with an INT8 model (Jacob et al., 2018, David et al., 2021). An offline Wi-Fi page gives the barangay a weekly report and an open dataset. An ultrasonic sensor warns of rising water as a secondary function. A shear pin, current and Hall sensing and a three-retry lockout protect against jams.</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STEM. </a:t>
            </a:r>
            <a:r>
              <a:rPr lang="en" sz="1100">
                <a:solidFill>
                  <a:schemeClr val="dk1"/>
                </a:solidFill>
              </a:rPr>
              <a:t>Physics sets buoyancy, torque and the solar budget. Mathematics defines precision, recall and count error. Computer science supplies the quantized model. Engineering joins them in a weatherproof floating structure.</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 and one chip delivers cleanup and evidence together.</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ESP32-S3 camera board 1,300, microSD 200, box 300, solar panel 600, charger and cells 700, boom and post 800, bin and gauge 150, wiring 250, level sensor 350, motor and driver 700, sensing 150, ramp and arm 150, contingency 350. Stages: bench 1,800, passive trap 2,500, arm and sensor 1,350. Timeline: model by Nov 20, results Dec 7, pilot Dec to Feb, guide by March.</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weekly emptying,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Hyacinth mats: deflector and a vegetation class that stops the arm. Jams: shear pin, current and Hall sensing, three retries. Oil and silt: motor mounted high, sealed bearings. Model errors: test on unseen places and keep the hand count. Arm failure: boom, bin and camera still work. Safety and privacy: no one enters the water and the camera sees water only.</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and a trustworthy weekly record of what it was.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[TARGET] kg lifted in 8 weeks, with a capture rate of at least [X]% against a baseline week. (2) Weekly counts within 15% of the hand audit, and 85% precision and recall on unseen places. (3) At least [2] more sites by March 2027 at about PHP 6,000 each, sharing one open data format.</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belt conveyor and a second camera angle.</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