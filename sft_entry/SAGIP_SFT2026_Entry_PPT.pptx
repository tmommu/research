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Autonomous Solar Skimmer Boat with On-Chip AI</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solar-powered robot boat that patrols a creek, goes to floating debris, lifts it onto a conveyor and names each item using a small on-chip neural network running on an ESP32 chip. Barangay officials get a weekly report of the plastic collected by type and weight through an offline phone page, plus a float-switch flood alarm at the bank. Built for about PHP 16,000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first among countries for river plastic emissions, with the Pasig first among rivers in the model (Meijer et al., 2021). Cleanups weigh bulk waste and record nothing about it. Brand audits are periodic and mostly land-based (Break Free From Plastic, 2021),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January 2027, remove at least 50% of the floating debris entering a 30 m patrol stretch, lift at least 20 kg and log at least 1,000 classified items. (2) By December 5, reach 85% precision and recall on unseen photos, with weekly counts within 15% of a hand audit. (3) By March 2027, publish an open dataset and build guide and help 2 more barangays or schools build a PHP 16,000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[N] households of [barangay and purok] along Dario River in Quezon City, who gain a flood alarm and a monthly Plastic Trend Scoreboard, and the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scored five community problems on significance, feasibility, STEM depth, replicability and originality. Creek plastic won. [Edit to match your process.]</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detect floating plastic but remove nothing (Kataoka et al., 2024). Solar Interceptor barriers and an AI boat are planned or piloted on large Pasig-area rivers (The Ocean Cleanup, 2026, Manila Bulletin, 2025). Trash traps record only weight (Philstar, 2022). Brand audits are manual (Break Free From Plastic, 2021). Tiny on-chip classifiers have only had controlled tests (Mendez-Cruz et al., 2024).</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patrols a creek, collects plastic, counts it item by item and shares open data at barangay cost. Can a PHP 16,000 robot boat match a hand audit within 15%, and does continuous counting show rain-driven pulses of plastic (van Emmerik et al., 2022)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2021, David et al. 2021, Gholami et al. 2021, Kataoka et al. 2024, Manila Bulletin 2025, Meijer et al. 2021, Mendez-Cruz et al. 2024, Philstar 2022, RA 11898, The Ocean Cleanup 2026, van Emmerik et al. 2022.</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solar robot boat patrols between two barriers, the upstream one angling hyacinth mats to the bank. A bow camera runs an object detector, the boat steers to the plastic it boxes, and a scoop lifts it onto a cleated conveyor, one item per pocket. A second camera runs a 2D CNN (Gholami et al., 2021, David et al., 2021), and a servo gate sends plastic to Bin A and plants, mixed or unsure items to Bin B. Weekly reports, a monthly Plastic Trend Scoreboard and a flood alarm serve the barangay.</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Reliability. </a:t>
            </a:r>
            <a:r>
              <a:rPr lang="en" sz="1100">
                <a:solidFill>
                  <a:schemeClr val="dk1"/>
                </a:solidFill>
              </a:rPr>
              <a:t>A skirted hood and fixed LED give every photo the same light, and a hydrophobic film, angled window and desiccant pack keep housings clear of fog. A blob count flags mixed items. Photos are augmented with color shifts, blur, rotation and synthetic mud and droplets.</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Power and end of life. </a:t>
            </a:r>
            <a:r>
              <a:rPr lang="en" sz="1100">
                <a:solidFill>
                  <a:schemeClr val="dk1"/>
                </a:solidFill>
              </a:rPr>
              <a:t>Boards deep-sleep between patrols and the belt camera wakes only for an item. Floats, bins and hardware are PVC, plastic and stainless steel for local salvage, and the flood node's protected 18650 cell sits in an IP67 box.</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STEM. </a:t>
            </a:r>
            <a:r>
              <a:rPr lang="en" sz="1100">
                <a:solidFill>
                  <a:schemeClr val="dk1"/>
                </a:solidFill>
              </a:rPr>
              <a:t>Physics sets buoyancy, thrust and the solar budget, mathematics defines precision, recall and count error, and computer science supplies the detector and CNN.</a:t>
            </a:r>
            <a:endParaRPr b="1" sz="1100">
              <a:solidFill>
                <a:schemeClr val="dk1"/>
              </a:solidFill>
            </a:endParaRPr>
          </a:p>
          <a:p>
            <a:pPr indent="0" lvl="0" marL="0" rtl="0" algn="l">
              <a:lnSpc>
                <a:spcPct val="115000"/>
              </a:lnSpc>
              <a:spcBef>
                <a:spcPts val="6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16,000,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floats, frame and deck 2,300, thrusters 1,800, conveyor 2,000, ESP32-S3 camera set 1,850, bow detector 600, sensors 900, gate and bins 300, battery and wiring 2,400, 30 W panel 1,100, hardware 500, flood node 1,000, dock and barriers 600, contingency 650. Stages: bench 7,650, boat 6,100, dock and flood node 1,600. Timeline: screening Nov 9 to 13, mentorship Nov 16 to Dec 5, pitch Dec 7, creek pilot Jan to Feb.</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bin emptying, flood alarm,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bin emptying and snag clearing, logged in hours. Stability: foam-filled floats, tilt cut-off, pond tests. Navigation: barriers, side sensors, compass and phone remote. Hyacinth: upstream barrier, plant class and shrouded propellers. Fog, glare and mixed items: hood, hydrophobic film, angled window and a blob count that sends mixed items to Bin B. Fast water: stays docked. Permission: barangay and city approval.</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 trustworthy weekly record of what it was and a flood alarm that works.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of floating debris removed in the patrol stretch against a baseline week, and 20 kg lifted in 8 weeks. (2) At least 1,000 classified items, weekly counts within 15% of the hand audit, 85% precision and recall on unseen places, and a flood alarm that sounds at all three marks. (3) At least 2 more sites by March 2027 at about PHP 16,000 each, with weekly labor hours reported and a monthly Plastic Trend Scoreboard at the Barangay Hall.</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longer patrol stretch and a second boat.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