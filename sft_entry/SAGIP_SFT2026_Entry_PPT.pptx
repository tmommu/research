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 Self-Navigating Boat That Collects and Counts Creek Plastic</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15,800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15,800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households of [Barangay Santo Cristo, Bago Bantay] ([6,531 on record, confirm creek-side count])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15,800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navigates on its own between two barriers, the upstream one a 30-degree float rope that angles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(6 mA asleep, 180 mA awake) and the belt camera wakes only for an item. Parts are PVC, plastic and steel that junk shops take,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15,800,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3,228, thrusters 2,410, conveyor 1,500, ESP32-S3 camera set 700, bow detector 600, sensors 680, gate and bins 300, battery and wiring 2,400, 30 W panel 1,100, hardware 500, flood node 1,000, dock and barriers 600, contingency 782. Stages: bench 6,000, boat 7,400,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a preset route, barriers, side sensors and a stop switch.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15,800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