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Vessel for Plastic Recovery and Monitoring</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15,800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15,800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households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considered community problems against five criteria: significance, feasibility, STEM depth, replicability and originality. Creek plastic fit best because we can reach a creek and measure it weekly.</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15,800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navigates on its own between two barriers, the upstream one a 30-degree float rope that angles mats to the bank. A bow camera detects plastic, the boat steers to it, and a scoop lifts it onto a cleated conveyor.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15,800,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3,228, thrusters 2,410, conveyor 1,500, ESP32-S3 camera set 700, bow detector 600, sensors 680, gate and bins 300, battery and wiring 2,400, 30 W panel 1,100, hardware 500, flood node 1,000, dock and barriers 600, contingency 782. Stages: bench 6,000, boat 7,400,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a preset route, barriers, side sensors and a stop switch.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15,800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