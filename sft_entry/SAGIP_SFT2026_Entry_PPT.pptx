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Solar-Powered Estero Guardian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unit that filters floating plastic out of a creek, lifts it into a sorted bin and names each item with a small on-chip image model. Barangay officials get a weekly offline report of what the creek carried, plus a secondary water-level alert for blockages. Built for about PHP 6,800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December 2026, capture at least 50% of the floating debris that reaches the boom, lift at least 20 kg and log at least 1,000 classified items. (2) By November 20, reach 85% precision and recall on unseen photos, with weekly counts within 15% of a hand audit. (3) By March 2027, publish an open dataset and build guide and help 2 more barangays or schools build a PHP 6,800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and purok] along [estero site] in Quezon City and the barangay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and we fitted the design to PHP 6,800.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AI boats are planned or piloted on large Pasig-area rivers (The Ocean Cleanup, 2026, Manila Bulletin, 2025). Trash traps remove plastic in bulk and record only weight (Philstar, 2022). Brand audits name companies but are manual (Break Free From Plastic, 2021).</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lifts, counts and shares open data at barangay cost. Can a PHP 6,800 on-chip counter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floating boom and hyacinth deflector guide plastic to coarse bars and a fine mesh basket. A rake arm lifts it up a ramp whose foot floats on bottles, a hooded camera runs a small 2D CNN on the chip (Gholami et al., 2021, David et al., 2021), and a servo gate drops plastic into Bin A and plants or unsure items into Bin B. An offline Wi-Fi page gives a weekly report and an open dataset, and an ultrasonic sensor warns of rising water.</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STEM. </a:t>
            </a:r>
            <a:r>
              <a:rPr lang="en" sz="1100">
                <a:solidFill>
                  <a:schemeClr val="dk1"/>
                </a:solidFill>
              </a:rPr>
              <a:t>Physics sets buoyancy, torque and the solar budget. Mathematics defines precision, recall and count error. Computer science supplies the quantized CNN. The motor slows under load, and a shear pin, current sensing and three retries stop jams.</a:t>
            </a:r>
            <a:endParaRPr b="1"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 and one chip delivers cleanup and evidence together.</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6,800,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ESP32-S3 camera, microSD, clock and enclosure 1,850, solar panel, charger and cells 1,200, boom, post, bins and wiring 1,100, level sensor 350, motor, driver, sensing and servo 1,000, ramp, arm and filters 350, hinged float foot and chute 600, contingency 350. Stages: bench 1,850, passive trap 3,250, arm and sorter 1,350. Timeline: model by Nov 20, results Dec 7, pilot Dec to Feb, guide by March.</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weekly emptying,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weekly emptying, screen clearing and lens wiping, logged in hours. Hyacinth: deflector and a plant class. Jams: shear pin, current sensing, three retries. Water level: hinged floating ramp foot with a flexible chute. Model errors: unsure items go to Bin B and a hand count checks. Safety and privacy: no one enters the water and the camera sees water only.</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and a trustworthy weekly record of what it was.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capture against a baseline week and 20 kg lifted in 8 weeks. (2) At least 1,000 classified items, weekly counts within 15% of the hand audit and 85% precision and recall on unseen places. (3) At least 2 more sites by March 2027 at about PHP 6,800 each, with weekly labor hours reported.</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belt conveyor and a second camera angle.</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