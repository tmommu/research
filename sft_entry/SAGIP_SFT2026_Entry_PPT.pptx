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Floating Solar-Powered Estero Guardian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floating, solar-powered raft that filters plastic out of a creek, lifts it into a sorted bin and names each item with a small on-chip image model. Barangay officials get a weekly offline report of what the creek carried, plus a secondary water-level alert for blockages. Built for about PHP 12,000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December 2026, capture at least 50% of the floating debris that reaches the boom, lift at least 20 kg and log at least 1,000 classified items. (2) By November 20, reach 85% precision and recall on unseen photos, with weekly counts within 15% of a hand audit. (3) By March 2027, publish an open dataset and build guide and help 2 more barangays or schools build a PHP 12,000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[estero site] in Quezon City and the barangay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and we fitted the design to PHP 12,000.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AI boats are planned or piloted on large Pasig-area rivers (The Ocean Cleanup, 2026, Manila Bulletin, 2025). Trash traps remove plastic in bulk and record only weight (Philstar, 2022). Brand audits name companies but are manual (Break Free From Plastic, 2021).</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lifts, counts and shares open data at barangay cost. Can a PHP 12,000 on-chip counter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boom and hyacinth deflector guide plastic to a floating, moored solar raft, where coarse bars and a fine mesh basket catch it. A rake arm lifts it up a ramp, a hooded camera runs a small 2D CNN on the chip (Gholami et al., 2021, David et al., 2021), and a servo gate drops plastic into Bin A and plants or unsure items into Bin B. An offline Wi-Fi page gives a weekly report and an open dataset, and an ultrasonic sensor warns of rising water.</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STEM. </a:t>
            </a:r>
            <a:r>
              <a:rPr lang="en" sz="1100">
                <a:solidFill>
                  <a:schemeClr val="dk1"/>
                </a:solidFill>
              </a:rPr>
              <a:t>Physics sets the raft's buoyancy, torque and the solar budget. Mathematics defines precision, recall and count error. Computer science supplies the quantized CNN. The motor slows under load, and a shear pin, current sensing and three retries stop jams.</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 and one chip delivers cleanup and evidence together.</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12,000,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ESP32-S3 camera, microSD, clock and enclosure 1,850, 10 W solar panel, charger and cells 1,400, wiring, bins and gauge 400, level sensor 350, motor, driver, sensing and servo 1,000, ramp, arm and filters 500, drums 2,000, deck 1,900, boom 600, mooring 900, hardware 600, contingency 500. Stages: bench 1,850, raft and passive trap 8,150, arm and sorter 1,500. Timeline: model by Nov 20, results Dec 7, pilot Dec to Feb, guide by March.</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weekly emptying,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weekly emptying, screen clearing and lens wiping, logged in hours. Hyacinth: deflector and a plant class. Jams: shear pin, current sensing, three retries. Raft stability: pond test, two mooring lines, hauled ashore before storms. Channel: one side only, with barangay and city approval. Model errors: unsure items go to Bin B and a hand count checks. Safety: no one boards the raft.</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and a trustworthy weekly record of what it was.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capture against a baseline week and 20 kg lifted in 8 weeks. (2) At least 1,000 classified items, weekly counts within 15% of the hand audit and 85% precision and recall on unseen places. (3) At least 2 more sites by March 2027 at about PHP 12,000 each, with weekly labor hours reported.</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belt conveyor and a second camera angle.</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