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Skimmer Boat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with a small on-chip image model. Barangay officials get a weekly offline report of the plastic collected by type and weight, plus a float-switch flood alarm at the bank. Built for about PHP 16,000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[estero site] in Quezon City, who also gain a flood alarm, and the barangay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16,000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Summary. </a:t>
            </a:r>
            <a:r>
              <a:rPr lang="en" sz="1100">
                <a:solidFill>
                  <a:schemeClr val="dk1"/>
                </a:solidFill>
              </a:rPr>
              <a:t>A solar-charged robot boat patrols the creek between two barriers. A bow camera spots floating debris, the boat steers to it, and a scoop lifts it onto a conveyor where a second camera runs a small 2D CNN (Gholami et al., 2021, David et al., 2021). A servo gate drops plastic into Bin A and plants or unsure items into Bin B. A weekly offline report gives counts, estimated kilograms and recovery value, and a float-switch flood alarm at the bank keeps the boat docked in rising water.</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STEM. </a:t>
            </a:r>
            <a:r>
              <a:rPr lang="en" sz="1100">
                <a:solidFill>
                  <a:schemeClr val="dk1"/>
                </a:solidFill>
              </a:rPr>
              <a:t>Physics sets the hull's buoyancy, thrust and the solar budget. Mathematics defines precision, recall and count error. Computer science supplies the detector and the quantized CNN. Engineering joins them in a weatherproof boat.</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 and one robot collects and counts it.</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2,300, thrusters 1,800, conveyor 2,000, ESP32-S3 camera set 1,850, bow detector 600, sensors 900, gate and bins 300, battery and wiring 2,400, 30 W panel 1,100, hardware 500, flood node 1,000, dock and barriers 600, contingency 650. Stages: bench 7,650, boat 6,100,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barriers, side sensors, compass and phone remote. Hyacinth: plant class and shrouded propellers.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16,000 each, with weekly labor hours reported.</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