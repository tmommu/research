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Lst>
  <p:sldSz cy="5143500" cx="9144000"/>
  <p:notesSz cx="6858000" cy="9144000"/>
  <p:embeddedFontLst>
    <p:embeddedFont>
      <p:font typeface="Manrope"/>
      <p:regular r:id="rId13"/>
      <p:bold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 uri="GoogleSlidesCustomDataVersion2">
      <go:slidesCustomData xmlns:go="http://customooxmlschemas.google.com/" r:id="rId15" roundtripDataSignature="AMtx7miqmudvUpm8cB+CHGjTPrvBfpG5c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font" Target="fonts/Manrope-regular.fntdata"/><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font" Target="fonts/Manrope-bold.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 name="Google Shape;6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5" name="Google Shape;7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9" name="Shape 9"/>
        <p:cNvGrpSpPr/>
        <p:nvPr/>
      </p:nvGrpSpPr>
      <p:grpSpPr>
        <a:xfrm>
          <a:off x="0" y="0"/>
          <a:ext cx="0" cy="0"/>
          <a:chOff x="0" y="0"/>
          <a:chExt cx="0" cy="0"/>
        </a:xfrm>
      </p:grpSpPr>
      <p:sp>
        <p:nvSpPr>
          <p:cNvPr id="10" name="Google Shape;10;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1" name="Google Shape;11;p9"/>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2" name="Google Shape;1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3" name="Shape 13"/>
        <p:cNvGrpSpPr/>
        <p:nvPr/>
      </p:nvGrpSpPr>
      <p:grpSpPr>
        <a:xfrm>
          <a:off x="0" y="0"/>
          <a:ext cx="0" cy="0"/>
          <a:chOff x="0" y="0"/>
          <a:chExt cx="0" cy="0"/>
        </a:xfrm>
      </p:grpSpPr>
      <p:sp>
        <p:nvSpPr>
          <p:cNvPr id="14" name="Google Shape;14;p10"/>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5" name="Google Shape;15;p10"/>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6" name="Google Shape;1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11"/>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1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12"/>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12"/>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14"/>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14"/>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15"/>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6"/>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6"/>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6"/>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7"/>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8"/>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8"/>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 name="Shape 53"/>
        <p:cNvGrpSpPr/>
        <p:nvPr/>
      </p:nvGrpSpPr>
      <p:grpSpPr>
        <a:xfrm>
          <a:off x="0" y="0"/>
          <a:ext cx="0" cy="0"/>
          <a:chOff x="0" y="0"/>
          <a:chExt cx="0" cy="0"/>
        </a:xfrm>
      </p:grpSpPr>
      <p:sp>
        <p:nvSpPr>
          <p:cNvPr id="54" name="Google Shape;54;p1"/>
          <p:cNvSpPr txBox="1"/>
          <p:nvPr>
            <p:ph idx="1" type="body"/>
          </p:nvPr>
        </p:nvSpPr>
        <p:spPr>
          <a:xfrm>
            <a:off x="901950" y="2379813"/>
            <a:ext cx="7340100" cy="15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SzPts val="1800"/>
              <a:buNone/>
            </a:pPr>
            <a:r>
              <a:rPr b="1" lang="en" sz="1100">
                <a:solidFill>
                  <a:srgbClr val="000000"/>
                </a:solidFill>
              </a:rPr>
              <a:t>Team Members:</a:t>
            </a:r>
            <a:endParaRPr b="1" sz="1100">
              <a:solidFill>
                <a:srgbClr val="000000"/>
              </a:solidFill>
            </a:endParaRPr>
          </a:p>
          <a:p>
            <a:pPr indent="-298450" lvl="0" marL="457200" rtl="0" algn="l">
              <a:lnSpc>
                <a:spcPct val="115000"/>
              </a:lnSpc>
              <a:spcBef>
                <a:spcPts val="0"/>
              </a:spcBef>
              <a:spcAft>
                <a:spcPts val="0"/>
              </a:spcAft>
              <a:buClr>
                <a:srgbClr val="000000"/>
              </a:buClr>
              <a:buSzPts val="1100"/>
              <a:buChar char="●"/>
            </a:pPr>
            <a:r>
              <a:rPr lang="en" sz="1100">
                <a:solidFill>
                  <a:srgbClr val="000000"/>
                </a:solidFill>
              </a:rPr>
              <a:t>(insert full name of Team Member 1, Grade Level) </a:t>
            </a:r>
            <a:r>
              <a:rPr lang="en" sz="1100">
                <a:solidFill>
                  <a:schemeClr val="accent3"/>
                </a:solidFill>
              </a:rPr>
              <a:t>[ex: Juan A. Dela Cruz, Grade 8]</a:t>
            </a:r>
            <a:endParaRPr sz="1100">
              <a:solidFill>
                <a:schemeClr val="accent3"/>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(insert full name of Team Member 2, Grade Level)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(insert full name of Team Member 3, Grade Level)</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 sz="1100">
                <a:solidFill>
                  <a:schemeClr val="dk1"/>
                </a:solidFill>
              </a:rPr>
              <a:t>(insert full name of Team Member 4, Grade Level)</a:t>
            </a:r>
            <a:endParaRPr sz="1100">
              <a:solidFill>
                <a:schemeClr val="dk1"/>
              </a:solidFill>
            </a:endParaRPr>
          </a:p>
          <a:p>
            <a:pPr indent="0" lvl="0" marL="0" rtl="0" algn="l">
              <a:lnSpc>
                <a:spcPct val="115000"/>
              </a:lnSpc>
              <a:spcBef>
                <a:spcPts val="0"/>
              </a:spcBef>
              <a:spcAft>
                <a:spcPts val="0"/>
              </a:spcAft>
              <a:buSzPts val="1800"/>
              <a:buNone/>
            </a:pPr>
            <a:r>
              <a:t/>
            </a:r>
            <a:endParaRPr sz="1100">
              <a:solidFill>
                <a:schemeClr val="dk1"/>
              </a:solidFill>
            </a:endParaRPr>
          </a:p>
          <a:p>
            <a:pPr indent="0" lvl="0" marL="0" rtl="0" algn="l">
              <a:lnSpc>
                <a:spcPct val="115000"/>
              </a:lnSpc>
              <a:spcBef>
                <a:spcPts val="0"/>
              </a:spcBef>
              <a:spcAft>
                <a:spcPts val="0"/>
              </a:spcAft>
              <a:buSzPts val="1800"/>
              <a:buNone/>
            </a:pPr>
            <a:r>
              <a:rPr b="1" lang="en" sz="1100">
                <a:solidFill>
                  <a:schemeClr val="dk1"/>
                </a:solidFill>
              </a:rPr>
              <a:t>Adviser:</a:t>
            </a:r>
            <a:r>
              <a:rPr lang="en" sz="1100">
                <a:solidFill>
                  <a:schemeClr val="dk1"/>
                </a:solidFill>
              </a:rPr>
              <a:t> (</a:t>
            </a:r>
            <a:r>
              <a:rPr i="1" lang="en" sz="1100">
                <a:solidFill>
                  <a:schemeClr val="dk1"/>
                </a:solidFill>
              </a:rPr>
              <a:t>insert full name of Adviser</a:t>
            </a:r>
            <a:r>
              <a:rPr lang="en" sz="1100">
                <a:solidFill>
                  <a:schemeClr val="dk1"/>
                </a:solidFill>
              </a:rPr>
              <a:t>)</a:t>
            </a:r>
            <a:endParaRPr sz="1100">
              <a:solidFill>
                <a:schemeClr val="dk1"/>
              </a:solidFill>
            </a:endParaRPr>
          </a:p>
          <a:p>
            <a:pPr indent="0" lvl="0" marL="0" rtl="0" algn="l">
              <a:lnSpc>
                <a:spcPct val="115000"/>
              </a:lnSpc>
              <a:spcBef>
                <a:spcPts val="1200"/>
              </a:spcBef>
              <a:spcAft>
                <a:spcPts val="1200"/>
              </a:spcAft>
              <a:buSzPts val="1800"/>
              <a:buNone/>
            </a:pPr>
            <a:r>
              <a:t/>
            </a:r>
            <a:endParaRPr sz="1100">
              <a:solidFill>
                <a:srgbClr val="000000"/>
              </a:solidFill>
            </a:endParaRPr>
          </a:p>
        </p:txBody>
      </p:sp>
      <p:sp>
        <p:nvSpPr>
          <p:cNvPr id="55" name="Google Shape;55;p1"/>
          <p:cNvSpPr txBox="1"/>
          <p:nvPr>
            <p:ph type="title"/>
          </p:nvPr>
        </p:nvSpPr>
        <p:spPr>
          <a:xfrm>
            <a:off x="1436700" y="427397"/>
            <a:ext cx="627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lang="en" sz="2600"/>
              <a:t>(Insert Entry Title Here)</a:t>
            </a:r>
            <a:endParaRPr b="1" sz="2600"/>
          </a:p>
          <a:p>
            <a:pPr indent="0" lvl="0" marL="0" rtl="0" algn="ctr">
              <a:lnSpc>
                <a:spcPct val="100000"/>
              </a:lnSpc>
              <a:spcBef>
                <a:spcPts val="0"/>
              </a:spcBef>
              <a:spcAft>
                <a:spcPts val="0"/>
              </a:spcAft>
              <a:buSzPts val="2800"/>
              <a:buNone/>
            </a:pPr>
            <a:r>
              <a:rPr lang="en" sz="1100"/>
              <a:t>(Insert School Name here)</a:t>
            </a:r>
            <a:endParaRPr sz="1100"/>
          </a:p>
        </p:txBody>
      </p:sp>
      <p:sp>
        <p:nvSpPr>
          <p:cNvPr id="56" name="Google Shape;56;p1"/>
          <p:cNvSpPr txBox="1"/>
          <p:nvPr>
            <p:ph idx="1" type="body"/>
          </p:nvPr>
        </p:nvSpPr>
        <p:spPr>
          <a:xfrm>
            <a:off x="1895550" y="1359867"/>
            <a:ext cx="5488800" cy="92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800"/>
              <a:buNone/>
            </a:pPr>
            <a:r>
              <a:rPr b="1" lang="en" sz="1100">
                <a:solidFill>
                  <a:srgbClr val="000000"/>
                </a:solidFill>
              </a:rPr>
              <a:t>Chosen Theme: </a:t>
            </a:r>
            <a:r>
              <a:rPr lang="en" sz="1100">
                <a:solidFill>
                  <a:schemeClr val="accent3"/>
                </a:solidFill>
              </a:rPr>
              <a:t>(</a:t>
            </a:r>
            <a:r>
              <a:rPr i="1" lang="en" sz="1100">
                <a:solidFill>
                  <a:schemeClr val="accent3"/>
                </a:solidFill>
              </a:rPr>
              <a:t>choose 1 and remove others</a:t>
            </a:r>
            <a:r>
              <a:rPr lang="en" sz="1100">
                <a:solidFill>
                  <a:schemeClr val="accent3"/>
                </a:solidFill>
              </a:rPr>
              <a:t>)</a:t>
            </a:r>
            <a:endParaRPr sz="1100">
              <a:solidFill>
                <a:schemeClr val="accent3"/>
              </a:solidFill>
            </a:endParaRPr>
          </a:p>
          <a:p>
            <a:pPr indent="0" lvl="0" marL="0" rtl="0" algn="l">
              <a:lnSpc>
                <a:spcPct val="100000"/>
              </a:lnSpc>
              <a:spcBef>
                <a:spcPts val="0"/>
              </a:spcBef>
              <a:spcAft>
                <a:spcPts val="0"/>
              </a:spcAft>
              <a:buSzPts val="1800"/>
              <a:buNone/>
            </a:pPr>
            <a:r>
              <a:rPr lang="en" sz="1100">
                <a:solidFill>
                  <a:srgbClr val="000000"/>
                </a:solidFill>
              </a:rPr>
              <a:t>- Environmental Sustainability through Technology</a:t>
            </a:r>
            <a:endParaRPr sz="1100">
              <a:solidFill>
                <a:srgbClr val="000000"/>
              </a:solidFill>
            </a:endParaRPr>
          </a:p>
          <a:p>
            <a:pPr indent="0" lvl="0" marL="0" rtl="0" algn="l">
              <a:lnSpc>
                <a:spcPct val="100000"/>
              </a:lnSpc>
              <a:spcBef>
                <a:spcPts val="0"/>
              </a:spcBef>
              <a:spcAft>
                <a:spcPts val="0"/>
              </a:spcAft>
              <a:buSzPts val="1800"/>
              <a:buNone/>
            </a:pPr>
            <a:r>
              <a:rPr lang="en" sz="1100">
                <a:solidFill>
                  <a:srgbClr val="000000"/>
                </a:solidFill>
              </a:rPr>
              <a:t>- Social Change through Tech and Sport</a:t>
            </a:r>
            <a:endParaRPr sz="1100">
              <a:solidFill>
                <a:srgbClr val="000000"/>
              </a:solidFill>
            </a:endParaRPr>
          </a:p>
          <a:p>
            <a:pPr indent="0" lvl="0" marL="0" rtl="0" algn="l">
              <a:lnSpc>
                <a:spcPct val="100000"/>
              </a:lnSpc>
              <a:spcBef>
                <a:spcPts val="0"/>
              </a:spcBef>
              <a:spcAft>
                <a:spcPts val="0"/>
              </a:spcAft>
              <a:buSzPts val="1800"/>
              <a:buNone/>
            </a:pPr>
            <a:r>
              <a:rPr lang="en" sz="1100">
                <a:solidFill>
                  <a:srgbClr val="000000"/>
                </a:solidFill>
              </a:rPr>
              <a:t>- Solving Community Problems with AI</a:t>
            </a:r>
            <a:endParaRPr sz="1100">
              <a:solidFill>
                <a:srgbClr val="000000"/>
              </a:solidFill>
            </a:endParaRPr>
          </a:p>
          <a:p>
            <a:pPr indent="0" lvl="0" marL="0" rtl="0" algn="l">
              <a:lnSpc>
                <a:spcPct val="100000"/>
              </a:lnSpc>
              <a:spcBef>
                <a:spcPts val="0"/>
              </a:spcBef>
              <a:spcAft>
                <a:spcPts val="0"/>
              </a:spcAft>
              <a:buSzPts val="1800"/>
              <a:buNone/>
            </a:pPr>
            <a:r>
              <a:t/>
            </a:r>
            <a:endParaRPr sz="1100">
              <a:solidFill>
                <a:srgbClr val="000000"/>
              </a:solidFill>
            </a:endParaRPr>
          </a:p>
        </p:txBody>
      </p:sp>
      <p:sp>
        <p:nvSpPr>
          <p:cNvPr id="57" name="Google Shape;57;p1"/>
          <p:cNvSpPr txBox="1"/>
          <p:nvPr>
            <p:ph idx="1" type="body"/>
          </p:nvPr>
        </p:nvSpPr>
        <p:spPr>
          <a:xfrm>
            <a:off x="763800" y="3996175"/>
            <a:ext cx="7616400" cy="7692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1200"/>
              </a:spcBef>
              <a:spcAft>
                <a:spcPts val="1200"/>
              </a:spcAft>
              <a:buSzPts val="1800"/>
              <a:buNone/>
            </a:pPr>
            <a:r>
              <a:rPr lang="en" sz="1100">
                <a:solidFill>
                  <a:schemeClr val="dk1"/>
                </a:solidFill>
              </a:rPr>
              <a:t>(insert project description here)</a:t>
            </a:r>
            <a:br>
              <a:rPr lang="en" sz="1100">
                <a:solidFill>
                  <a:schemeClr val="accent3"/>
                </a:solidFill>
              </a:rPr>
            </a:br>
            <a:r>
              <a:rPr i="1" lang="en" sz="1100">
                <a:solidFill>
                  <a:schemeClr val="accent3"/>
                </a:solidFill>
              </a:rPr>
              <a:t>NOTE: ONLY THREE (3) SENTENCES which may be used as the entry’s official description for write-ups</a:t>
            </a:r>
            <a:endParaRPr i="1" sz="1100">
              <a:solidFill>
                <a:schemeClr val="accent3"/>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1" name="Shape 61"/>
        <p:cNvGrpSpPr/>
        <p:nvPr/>
      </p:nvGrpSpPr>
      <p:grpSpPr>
        <a:xfrm>
          <a:off x="0" y="0"/>
          <a:ext cx="0" cy="0"/>
          <a:chOff x="0" y="0"/>
          <a:chExt cx="0" cy="0"/>
        </a:xfrm>
      </p:grpSpPr>
      <p:sp>
        <p:nvSpPr>
          <p:cNvPr id="62" name="Google Shape;62;p2"/>
          <p:cNvSpPr txBox="1"/>
          <p:nvPr>
            <p:ph idx="1" type="body"/>
          </p:nvPr>
        </p:nvSpPr>
        <p:spPr>
          <a:xfrm>
            <a:off x="541200" y="781650"/>
            <a:ext cx="8061600" cy="35802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What problem are we trying to solve? </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[Provide an overview of the project. What specific problem in your community or opportunity does your project address? Briefly cite the research or data that proves this need exists and guided your approach.]</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a:pPr>
            <a:r>
              <a:rPr b="1" lang="en" sz="1100">
                <a:solidFill>
                  <a:schemeClr val="dk1"/>
                </a:solidFill>
              </a:rPr>
              <a:t>What do we want to achieve?</a:t>
            </a:r>
            <a:endParaRPr b="1"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Goal: </a:t>
            </a:r>
            <a:r>
              <a:rPr lang="en" sz="1100">
                <a:solidFill>
                  <a:schemeClr val="dk1"/>
                </a:solidFill>
              </a:rPr>
              <a:t>What broad, long-term impact do you want to achieve (e.g., shifts in community awareness, attitude, or behavior)?</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Objectives</a:t>
            </a:r>
            <a:r>
              <a:rPr lang="en" sz="1100">
                <a:solidFill>
                  <a:schemeClr val="dk1"/>
                </a:solidFill>
              </a:rPr>
              <a:t>: [List 2–3 objectives you want your project to achieve. Your objectives must be written using the SMART framework (Specific, Measurable, Attainable, Relevant, Time-bound). Focus on real outcomes rather than just output tactics (e.g., “deploy 1 unit of OL trap to each classroom in the district, eliminating 90% of dengue mosquitoes cases by 90%” rather than "inform 20 schools how to use OL trap").]</a:t>
            </a:r>
            <a:endParaRPr sz="1100">
              <a:solidFill>
                <a:schemeClr val="dk1"/>
              </a:solidFill>
            </a:endParaRPr>
          </a:p>
          <a:p>
            <a:pPr indent="-298450" lvl="0" marL="457200" rtl="0" algn="l">
              <a:lnSpc>
                <a:spcPct val="115000"/>
              </a:lnSpc>
              <a:spcBef>
                <a:spcPts val="1200"/>
              </a:spcBef>
              <a:spcAft>
                <a:spcPts val="0"/>
              </a:spcAft>
              <a:buClr>
                <a:schemeClr val="dk1"/>
              </a:buClr>
              <a:buSzPts val="1100"/>
              <a:buAutoNum type="arabicPeriod" startAt="3"/>
            </a:pPr>
            <a:r>
              <a:rPr b="1" lang="en" sz="1100">
                <a:solidFill>
                  <a:schemeClr val="dk1"/>
                </a:solidFill>
              </a:rPr>
              <a:t>Who will benefit from this project?</a:t>
            </a:r>
            <a:endParaRPr b="1" sz="1100">
              <a:solidFill>
                <a:schemeClr val="dk1"/>
              </a:solidFill>
            </a:endParaRPr>
          </a:p>
          <a:p>
            <a:pPr indent="0" lvl="0" marL="0" rtl="0" algn="l">
              <a:lnSpc>
                <a:spcPct val="115000"/>
              </a:lnSpc>
              <a:spcBef>
                <a:spcPts val="1200"/>
              </a:spcBef>
              <a:spcAft>
                <a:spcPts val="1200"/>
              </a:spcAft>
              <a:buClr>
                <a:schemeClr val="dk1"/>
              </a:buClr>
              <a:buSzPts val="1800"/>
              <a:buFont typeface="Arial"/>
              <a:buNone/>
            </a:pPr>
            <a:r>
              <a:rPr lang="en" sz="1100">
                <a:solidFill>
                  <a:schemeClr val="dk1"/>
                </a:solidFill>
              </a:rPr>
              <a:t>[Who specifically are you trying to reach and help? Define your primary and secondary beneficiaries clearly (avoid vague terms like "general public") and state your target reach, key beneficiary traits, and the research behind your choice.]</a:t>
            </a:r>
            <a:endParaRPr sz="11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66" name="Shape 66"/>
        <p:cNvGrpSpPr/>
        <p:nvPr/>
      </p:nvGrpSpPr>
      <p:grpSpPr>
        <a:xfrm>
          <a:off x="0" y="0"/>
          <a:ext cx="0" cy="0"/>
          <a:chOff x="0" y="0"/>
          <a:chExt cx="0" cy="0"/>
        </a:xfrm>
      </p:grpSpPr>
      <p:sp>
        <p:nvSpPr>
          <p:cNvPr id="67" name="Google Shape;67;p3"/>
          <p:cNvSpPr txBox="1"/>
          <p:nvPr>
            <p:ph idx="1" type="body"/>
          </p:nvPr>
        </p:nvSpPr>
        <p:spPr>
          <a:xfrm>
            <a:off x="541200" y="1902750"/>
            <a:ext cx="8061600" cy="13380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4"/>
            </a:pPr>
            <a:r>
              <a:rPr b="1" lang="en" sz="1100">
                <a:solidFill>
                  <a:schemeClr val="dk1"/>
                </a:solidFill>
              </a:rPr>
              <a:t>How did we come up with this proposal?</a:t>
            </a:r>
            <a:endParaRPr b="1" sz="1100">
              <a:solidFill>
                <a:schemeClr val="dk1"/>
              </a:solidFill>
            </a:endParaRPr>
          </a:p>
          <a:p>
            <a:pPr indent="0" lvl="0" marL="0" rtl="0" algn="l">
              <a:lnSpc>
                <a:spcPct val="115000"/>
              </a:lnSpc>
              <a:spcBef>
                <a:spcPts val="1200"/>
              </a:spcBef>
              <a:spcAft>
                <a:spcPts val="1200"/>
              </a:spcAft>
              <a:buClr>
                <a:schemeClr val="dk1"/>
              </a:buClr>
              <a:buSzPts val="1800"/>
              <a:buFont typeface="Arial"/>
              <a:buNone/>
            </a:pPr>
            <a:r>
              <a:rPr lang="en" sz="1100">
                <a:solidFill>
                  <a:schemeClr val="dk1"/>
                </a:solidFill>
              </a:rPr>
              <a:t>[State the process your team took to create the solution. How did your team develop and select this solution? Outline the key brainstorming steps and criteria you used to confirm this was the best fit for the problem.]</a:t>
            </a:r>
            <a:endParaRPr b="1"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1" name="Shape 71"/>
        <p:cNvGrpSpPr/>
        <p:nvPr/>
      </p:nvGrpSpPr>
      <p:grpSpPr>
        <a:xfrm>
          <a:off x="0" y="0"/>
          <a:ext cx="0" cy="0"/>
          <a:chOff x="0" y="0"/>
          <a:chExt cx="0" cy="0"/>
        </a:xfrm>
      </p:grpSpPr>
      <p:sp>
        <p:nvSpPr>
          <p:cNvPr id="72" name="Google Shape;72;p4"/>
          <p:cNvSpPr txBox="1"/>
          <p:nvPr>
            <p:ph idx="1" type="body"/>
          </p:nvPr>
        </p:nvSpPr>
        <p:spPr>
          <a:xfrm>
            <a:off x="541200" y="1928100"/>
            <a:ext cx="8061600" cy="12873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5"/>
            </a:pPr>
            <a:r>
              <a:rPr b="1" lang="en" sz="1100">
                <a:solidFill>
                  <a:schemeClr val="dk1"/>
                </a:solidFill>
              </a:rPr>
              <a:t>How will this tech solution work?</a:t>
            </a:r>
            <a:endParaRPr b="1" sz="1100">
              <a:solidFill>
                <a:schemeClr val="dk1"/>
              </a:solidFill>
            </a:endParaRPr>
          </a:p>
          <a:p>
            <a:pPr indent="0" lvl="0" marL="0" rtl="0" algn="l">
              <a:lnSpc>
                <a:spcPct val="115000"/>
              </a:lnSpc>
              <a:spcBef>
                <a:spcPts val="1200"/>
              </a:spcBef>
              <a:spcAft>
                <a:spcPts val="1200"/>
              </a:spcAft>
              <a:buSzPts val="1800"/>
              <a:buNone/>
            </a:pPr>
            <a:r>
              <a:rPr lang="en" sz="1100">
                <a:solidFill>
                  <a:schemeClr val="dk1"/>
                </a:solidFill>
              </a:rPr>
              <a:t>[Summarize your final project and the core logic behind it. How is STEM the main element in your solution? What is your key message and why is this specific solution the most effective way to deliver it?]</a:t>
            </a:r>
            <a:endParaRPr b="1"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6" name="Shape 76"/>
        <p:cNvGrpSpPr/>
        <p:nvPr/>
      </p:nvGrpSpPr>
      <p:grpSpPr>
        <a:xfrm>
          <a:off x="0" y="0"/>
          <a:ext cx="0" cy="0"/>
          <a:chOff x="0" y="0"/>
          <a:chExt cx="0" cy="0"/>
        </a:xfrm>
      </p:grpSpPr>
      <p:sp>
        <p:nvSpPr>
          <p:cNvPr id="77" name="Google Shape;77;p5"/>
          <p:cNvSpPr txBox="1"/>
          <p:nvPr>
            <p:ph idx="1" type="body"/>
          </p:nvPr>
        </p:nvSpPr>
        <p:spPr>
          <a:xfrm>
            <a:off x="541200" y="1284450"/>
            <a:ext cx="8061600" cy="25746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6"/>
            </a:pPr>
            <a:r>
              <a:rPr b="1" lang="en" sz="1100">
                <a:solidFill>
                  <a:schemeClr val="dk1"/>
                </a:solidFill>
              </a:rPr>
              <a:t>How do we implement this?</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[Describe what your team will need to implement the solution and ensure the project’s success.]</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Resources:</a:t>
            </a:r>
            <a:r>
              <a:rPr lang="en" sz="1100">
                <a:solidFill>
                  <a:schemeClr val="dk1"/>
                </a:solidFill>
              </a:rPr>
              <a:t> What are the technical requirements, resources, budget needed to implement your solution?</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Stakeholders:</a:t>
            </a:r>
            <a:r>
              <a:rPr lang="en" sz="1100">
                <a:solidFill>
                  <a:schemeClr val="dk1"/>
                </a:solidFill>
              </a:rPr>
              <a:t> Who are the key people, groups, or organizations you will need to work with or help from (such as LGUs, schools, community organizations, or other partners).</a:t>
            </a:r>
            <a:endParaRPr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Risks &amp; Mitigation:</a:t>
            </a:r>
            <a:r>
              <a:rPr lang="en" sz="1100">
                <a:solidFill>
                  <a:schemeClr val="dk1"/>
                </a:solidFill>
              </a:rPr>
              <a:t> Identify the potential risks or challenges that may affect implementation and the measures you will take to address them </a:t>
            </a:r>
            <a:endParaRPr sz="11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1" name="Shape 81"/>
        <p:cNvGrpSpPr/>
        <p:nvPr/>
      </p:nvGrpSpPr>
      <p:grpSpPr>
        <a:xfrm>
          <a:off x="0" y="0"/>
          <a:ext cx="0" cy="0"/>
          <a:chOff x="0" y="0"/>
          <a:chExt cx="0" cy="0"/>
        </a:xfrm>
      </p:grpSpPr>
      <p:sp>
        <p:nvSpPr>
          <p:cNvPr id="82" name="Google Shape;82;p6"/>
          <p:cNvSpPr txBox="1"/>
          <p:nvPr>
            <p:ph idx="1" type="body"/>
          </p:nvPr>
        </p:nvSpPr>
        <p:spPr>
          <a:xfrm>
            <a:off x="541200" y="1284450"/>
            <a:ext cx="8061600" cy="3359100"/>
          </a:xfrm>
          <a:prstGeom prst="rect">
            <a:avLst/>
          </a:prstGeom>
          <a:noFill/>
          <a:ln>
            <a:noFill/>
          </a:ln>
        </p:spPr>
        <p:txBody>
          <a:bodyPr anchorCtr="0" anchor="t" bIns="91425" lIns="91425" spcFirstLastPara="1" rIns="91425" wrap="square" tIns="91425">
            <a:noAutofit/>
          </a:bodyPr>
          <a:lstStyle/>
          <a:p>
            <a:pPr indent="-298450" lvl="0" marL="457200" rtl="0" algn="l">
              <a:lnSpc>
                <a:spcPct val="115000"/>
              </a:lnSpc>
              <a:spcBef>
                <a:spcPts val="1200"/>
              </a:spcBef>
              <a:spcAft>
                <a:spcPts val="0"/>
              </a:spcAft>
              <a:buClr>
                <a:schemeClr val="dk1"/>
              </a:buClr>
              <a:buSzPts val="1100"/>
              <a:buAutoNum type="arabicPeriod" startAt="7"/>
            </a:pPr>
            <a:r>
              <a:rPr b="1" lang="en" sz="1100">
                <a:solidFill>
                  <a:schemeClr val="dk1"/>
                </a:solidFill>
              </a:rPr>
              <a:t>What kind of impact do we hope to achieve and what is the long term vision for this proposal?</a:t>
            </a:r>
            <a:endParaRPr b="1" sz="1100">
              <a:solidFill>
                <a:schemeClr val="dk1"/>
              </a:solidFill>
            </a:endParaRPr>
          </a:p>
          <a:p>
            <a:pPr indent="0" lvl="0" marL="0" rtl="0" algn="l">
              <a:lnSpc>
                <a:spcPct val="115000"/>
              </a:lnSpc>
              <a:spcBef>
                <a:spcPts val="1200"/>
              </a:spcBef>
              <a:spcAft>
                <a:spcPts val="0"/>
              </a:spcAft>
              <a:buSzPts val="1800"/>
              <a:buNone/>
            </a:pPr>
            <a:r>
              <a:rPr lang="en" sz="1100">
                <a:solidFill>
                  <a:schemeClr val="dk1"/>
                </a:solidFill>
              </a:rPr>
              <a:t>[Describe the change your solution aims to create in the community. Explain how you will measure its success, how the solution can grow or improve over time, and what lasting impact you hope to achieve]  </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Measurable Outcomes:</a:t>
            </a:r>
            <a:r>
              <a:rPr lang="en" sz="1100">
                <a:solidFill>
                  <a:schemeClr val="dk1"/>
                </a:solidFill>
              </a:rPr>
              <a:t> Identify 2–3 specific results you want your solution to achieve and the metrics you will use to measure them.</a:t>
            </a:r>
            <a:endParaRPr sz="1100">
              <a:solidFill>
                <a:schemeClr val="dk1"/>
              </a:solidFill>
            </a:endParaRPr>
          </a:p>
          <a:p>
            <a:pPr indent="0" lvl="0" marL="0" rtl="0" algn="l">
              <a:lnSpc>
                <a:spcPct val="115000"/>
              </a:lnSpc>
              <a:spcBef>
                <a:spcPts val="1200"/>
              </a:spcBef>
              <a:spcAft>
                <a:spcPts val="0"/>
              </a:spcAft>
              <a:buSzPts val="1800"/>
              <a:buNone/>
            </a:pPr>
            <a:r>
              <a:rPr b="1" lang="en" sz="1100">
                <a:solidFill>
                  <a:schemeClr val="dk1"/>
                </a:solidFill>
              </a:rPr>
              <a:t>Long-Term Vision:</a:t>
            </a:r>
            <a:r>
              <a:rPr lang="en" sz="1100">
                <a:solidFill>
                  <a:schemeClr val="dk1"/>
                </a:solidFill>
              </a:rPr>
              <a:t> Scalability and evolution. Explain how your solution can be expanded to help more people or communities and how it can improve or adapt over time.</a:t>
            </a:r>
            <a:endParaRPr sz="1100">
              <a:solidFill>
                <a:schemeClr val="dk1"/>
              </a:solidFill>
            </a:endParaRPr>
          </a:p>
          <a:p>
            <a:pPr indent="0" lvl="0" marL="0" rtl="0" algn="l">
              <a:lnSpc>
                <a:spcPct val="115000"/>
              </a:lnSpc>
              <a:spcBef>
                <a:spcPts val="1200"/>
              </a:spcBef>
              <a:spcAft>
                <a:spcPts val="1200"/>
              </a:spcAft>
              <a:buSzPts val="1800"/>
              <a:buNone/>
            </a:pPr>
            <a:r>
              <a:rPr b="1" lang="en" sz="1100">
                <a:solidFill>
                  <a:schemeClr val="dk1"/>
                </a:solidFill>
              </a:rPr>
              <a:t>Key Takeaway:</a:t>
            </a:r>
            <a:r>
              <a:rPr lang="en" sz="1100">
                <a:solidFill>
                  <a:schemeClr val="dk1"/>
                </a:solidFill>
              </a:rPr>
              <a:t> Provide one powerful closing statement that captures the lasting change your solution hopes to create in the community.</a:t>
            </a:r>
            <a:endParaRPr sz="11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7"/>
          <p:cNvSpPr txBox="1"/>
          <p:nvPr>
            <p:ph idx="1" type="subTitle"/>
          </p:nvPr>
        </p:nvSpPr>
        <p:spPr>
          <a:xfrm>
            <a:off x="311700" y="917700"/>
            <a:ext cx="8520600" cy="3214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540"/>
              <a:buNone/>
            </a:pPr>
            <a:r>
              <a:rPr lang="en" sz="1990">
                <a:solidFill>
                  <a:schemeClr val="dk1"/>
                </a:solidFill>
                <a:latin typeface="Manrope"/>
                <a:ea typeface="Manrope"/>
                <a:cs typeface="Manrope"/>
                <a:sym typeface="Manrope"/>
              </a:rPr>
              <a:t>REMINDERS:</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Provide the required information for all seven (7) sections.</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Your entry must not exceed 3,000 words and is limited to a maximum of six (6) slides only.</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The font style must be Arial, 11.</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You may change the design, fonts, and insert supporting visual elements (e.g., graphics, photos).</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Delete this slide once your entry is complete. </a:t>
            </a:r>
            <a:endParaRPr sz="1990">
              <a:solidFill>
                <a:schemeClr val="dk1"/>
              </a:solidFill>
              <a:latin typeface="Manrope"/>
              <a:ea typeface="Manrope"/>
              <a:cs typeface="Manrope"/>
              <a:sym typeface="Manrope"/>
            </a:endParaRPr>
          </a:p>
          <a:p>
            <a:pPr indent="-354965" lvl="0" marL="457200" rtl="0" algn="l">
              <a:lnSpc>
                <a:spcPct val="115000"/>
              </a:lnSpc>
              <a:spcBef>
                <a:spcPts val="0"/>
              </a:spcBef>
              <a:spcAft>
                <a:spcPts val="0"/>
              </a:spcAft>
              <a:buClr>
                <a:schemeClr val="dk1"/>
              </a:buClr>
              <a:buSzPts val="1990"/>
              <a:buFont typeface="Manrope"/>
              <a:buChar char="●"/>
            </a:pPr>
            <a:r>
              <a:rPr lang="en" sz="1990">
                <a:solidFill>
                  <a:schemeClr val="dk1"/>
                </a:solidFill>
                <a:latin typeface="Manrope"/>
                <a:ea typeface="Manrope"/>
                <a:cs typeface="Manrope"/>
                <a:sym typeface="Manrope"/>
              </a:rPr>
              <a:t>Convert this file to PDF and submit via Google Form link provided. The file must not exceed 40MB.</a:t>
            </a:r>
            <a:endParaRPr sz="1990">
              <a:solidFill>
                <a:schemeClr val="dk1"/>
              </a:solidFill>
              <a:latin typeface="Manrope"/>
              <a:ea typeface="Manrope"/>
              <a:cs typeface="Manrope"/>
              <a:sym typeface="Manrope"/>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